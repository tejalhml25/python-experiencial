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ln w="19050">
            <a:solidFill>
              <a:srgbClr val="6E8C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046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Experiential Learning</a:t>
            </a:r>
            <a:endParaRPr lang="en-US" sz="2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Assessment-I</a:t>
            </a:r>
            <a:endParaRPr lang="en-US" sz="2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</a:t>
            </a:r>
            <a:endParaRPr lang="en-US" sz="2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 Employee Payroll Management System ”</a:t>
            </a:r>
            <a:endParaRPr lang="en-US" sz="2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course</a:t>
            </a:r>
            <a:endParaRPr lang="en-US" sz="2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Programming Language (N-PCCCM304P)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Tejal Rajkumar Hedau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(CM25060)</a:t>
            </a:r>
            <a:endParaRPr lang="en-US" sz="1400" dirty="0"/>
          </a:p>
        </p:txBody>
      </p:sp>
      <p:pic>
        <p:nvPicPr>
          <p:cNvPr id="6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3108960"/>
            <a:ext cx="118872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77840" y="3246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Guidance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Mrs. Mayuri Getme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4892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Session: 2026-27 (ODD)</a:t>
            </a:r>
            <a:endParaRPr lang="en-US" sz="1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CSE (AI&amp;ML)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56235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S. B. JAIN INSTITUTE OF TECHNOLOGY MANAGEMENT AND RESEARCH, NAGPUR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Autonomous Institute, Affiliated to RTMNU, Nagpur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ln w="19050">
            <a:solidFill>
              <a:srgbClr val="6E8C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6355080"/>
            <a:ext cx="8869680" cy="365760"/>
          </a:xfrm>
          <a:prstGeom prst="rect">
            <a:avLst/>
          </a:prstGeom>
          <a:solidFill>
            <a:srgbClr val="8FADA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63550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B. Jain Institute of Technology Management and Research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E8ECFB"/>
          </a:solidFill>
          <a:ln w="9525">
            <a:solidFill>
              <a:srgbClr val="6E8C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70432"/>
            <a:ext cx="777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
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need software to calculate employee salaries accurately based on attendance, allowances, and deductions. This project aims to develop a payroll processing application that automates these calculations.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calculation of employee salaries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and manage employee attendance records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allowances (HRA, DA, TA) based on basic pay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63440" y="315468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deductions (PF, tax, absent-day cuts)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accurate payslips for employees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payroll records for future reference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manual errors and reduce processing time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ln w="19050">
            <a:solidFill>
              <a:srgbClr val="6E8C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6355080"/>
            <a:ext cx="8869680" cy="365760"/>
          </a:xfrm>
          <a:prstGeom prst="rect">
            <a:avLst/>
          </a:prstGeom>
          <a:solidFill>
            <a:srgbClr val="8FADA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63550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B. Jain Institute of Technology Management and Research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384048" cy="38404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088136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075688"/>
            <a:ext cx="384048" cy="38404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020824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employee details (ID, name, basic salary, days present, total working days)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008376"/>
            <a:ext cx="384048" cy="38404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95351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allowances (HRA, DA, TA) based on basic salary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941064"/>
            <a:ext cx="384048" cy="38404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8862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deductions (PF, tax, absent-day deductions)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4873752"/>
            <a:ext cx="384048" cy="38404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873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4818888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Gross Salary = Basic Salary + Allowances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09160" y="1143000"/>
            <a:ext cx="384048" cy="38404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0" y="1088136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Net Salary = Gross Salary − Total Deductions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09160" y="2075688"/>
            <a:ext cx="384048" cy="38404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12080" y="2020824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and display payslip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709160" y="3008376"/>
            <a:ext cx="384048" cy="38404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12080" y="295351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employee record (file / database)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709160" y="3941064"/>
            <a:ext cx="384048" cy="38404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12080" y="38862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next employee or exit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709160" y="4873752"/>
            <a:ext cx="384048" cy="38404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34" name="Text 32"/>
          <p:cNvSpPr/>
          <p:nvPr/>
        </p:nvSpPr>
        <p:spPr>
          <a:xfrm>
            <a:off x="4709160" y="4873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12080" y="4818888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ln w="19050">
            <a:solidFill>
              <a:srgbClr val="6E8C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6355080"/>
            <a:ext cx="8869680" cy="365760"/>
          </a:xfrm>
          <a:prstGeom prst="rect">
            <a:avLst/>
          </a:prstGeom>
          <a:solidFill>
            <a:srgbClr val="8FADA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63550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B. Jain Institute of Technology Management and Research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&amp; Flowchart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074920" cy="5074920"/>
          </a:xfrm>
          <a:prstGeom prst="roundRect">
            <a:avLst>
              <a:gd name="adj" fmla="val 1081"/>
            </a:avLst>
          </a:prstGeom>
          <a:solidFill>
            <a:srgbClr val="F2F4F4"/>
          </a:solidFill>
          <a:ln w="9525">
            <a:solidFill>
              <a:srgbClr val="6E8C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07008"/>
            <a:ext cx="470916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 emp_id, emp_name, basic_salary,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days_present, total_days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HRA = 0.20 * basic_salary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  = 0.10 * basic_salary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  = 0.05 * basic_salary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gross_salary = basic_salary + HRA + DA + TA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PF = 0.12 * basic_salary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per_day = basic_salary / total_days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absent_ded = (total_days - days_present) * per_day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tax = calculate_tax(gross_salary)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total_ded = PF + tax + absent_ded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net_salary = gross_salary - total_ded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 payslip(emp_id, emp_name, gross_salary,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total_ded, net_salary)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STORE record TO file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06440" y="1097280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095744" y="1563624"/>
            <a:ext cx="164592" cy="128016"/>
          </a:xfrm>
          <a:prstGeom prst="downArrow">
            <a:avLst/>
          </a:prstGeom>
          <a:solidFill>
            <a:srgbClr val="6E8C8A"/>
          </a:solidFill>
          <a:ln/>
        </p:spPr>
      </p:sp>
      <p:sp>
        <p:nvSpPr>
          <p:cNvPr id="11" name="Shape 9"/>
          <p:cNvSpPr/>
          <p:nvPr/>
        </p:nvSpPr>
        <p:spPr>
          <a:xfrm>
            <a:off x="5806440" y="1700784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17007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Employee Data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095744" y="2167128"/>
            <a:ext cx="164592" cy="128016"/>
          </a:xfrm>
          <a:prstGeom prst="downArrow">
            <a:avLst/>
          </a:prstGeom>
          <a:solidFill>
            <a:srgbClr val="6E8C8A"/>
          </a:solidFill>
          <a:ln/>
        </p:spPr>
      </p:sp>
      <p:sp>
        <p:nvSpPr>
          <p:cNvPr id="14" name="Shape 12"/>
          <p:cNvSpPr/>
          <p:nvPr/>
        </p:nvSpPr>
        <p:spPr>
          <a:xfrm>
            <a:off x="5806440" y="2304288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23042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Allowances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95744" y="2770632"/>
            <a:ext cx="164592" cy="128016"/>
          </a:xfrm>
          <a:prstGeom prst="downArrow">
            <a:avLst/>
          </a:prstGeom>
          <a:solidFill>
            <a:srgbClr val="6E8C8A"/>
          </a:solidFill>
          <a:ln/>
        </p:spPr>
      </p:sp>
      <p:sp>
        <p:nvSpPr>
          <p:cNvPr id="17" name="Shape 15"/>
          <p:cNvSpPr/>
          <p:nvPr/>
        </p:nvSpPr>
        <p:spPr>
          <a:xfrm>
            <a:off x="5806440" y="2907792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29077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Deductions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095744" y="3374136"/>
            <a:ext cx="164592" cy="128016"/>
          </a:xfrm>
          <a:prstGeom prst="downArrow">
            <a:avLst/>
          </a:prstGeom>
          <a:solidFill>
            <a:srgbClr val="6E8C8A"/>
          </a:solidFill>
          <a:ln/>
        </p:spPr>
      </p:sp>
      <p:sp>
        <p:nvSpPr>
          <p:cNvPr id="20" name="Shape 18"/>
          <p:cNvSpPr/>
          <p:nvPr/>
        </p:nvSpPr>
        <p:spPr>
          <a:xfrm>
            <a:off x="5806440" y="3511296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351129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Net Salary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095744" y="3977640"/>
            <a:ext cx="164592" cy="128016"/>
          </a:xfrm>
          <a:prstGeom prst="downArrow">
            <a:avLst/>
          </a:prstGeom>
          <a:solidFill>
            <a:srgbClr val="6E8C8A"/>
          </a:solidFill>
          <a:ln/>
        </p:spPr>
      </p:sp>
      <p:sp>
        <p:nvSpPr>
          <p:cNvPr id="23" name="Shape 21"/>
          <p:cNvSpPr/>
          <p:nvPr/>
        </p:nvSpPr>
        <p:spPr>
          <a:xfrm>
            <a:off x="5806440" y="4114800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Payslip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095744" y="4581144"/>
            <a:ext cx="164592" cy="128016"/>
          </a:xfrm>
          <a:prstGeom prst="downArrow">
            <a:avLst/>
          </a:prstGeom>
          <a:solidFill>
            <a:srgbClr val="6E8C8A"/>
          </a:solidFill>
          <a:ln/>
        </p:spPr>
      </p:sp>
      <p:sp>
        <p:nvSpPr>
          <p:cNvPr id="26" name="Shape 24"/>
          <p:cNvSpPr/>
          <p:nvPr/>
        </p:nvSpPr>
        <p:spPr>
          <a:xfrm>
            <a:off x="5806440" y="4718304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06440" y="47183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ln w="19050">
            <a:solidFill>
              <a:srgbClr val="6E8C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6355080"/>
            <a:ext cx="8869680" cy="365760"/>
          </a:xfrm>
          <a:prstGeom prst="rect">
            <a:avLst/>
          </a:prstGeom>
          <a:solidFill>
            <a:srgbClr val="8FADA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63550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B. Jain Institute of Technology Management and Research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of Python Logic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77640" cy="1170432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Data Types
</a:t>
            </a:r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salary, attendance, and employee details (int, float, string)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1170432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188720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Statements
</a:t>
            </a:r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if-elif-else used for tax slabs and attendance-based rules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450592"/>
            <a:ext cx="3977640" cy="1170432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42032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(for / while)
</a:t>
            </a:r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payroll records of multiple employees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09160" y="2450592"/>
            <a:ext cx="3977640" cy="1170432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542032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
</a:t>
            </a:r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code — calculate_allowances(), calculate_deductions(), generate_payslip()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803904"/>
            <a:ext cx="3977640" cy="1170432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895344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/ Dictionaries
</a:t>
            </a:r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organize employee records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709160" y="3803904"/>
            <a:ext cx="3977640" cy="1170432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895344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
</a:t>
            </a:r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employee data to CSV or text files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5157216"/>
            <a:ext cx="3977640" cy="1170432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248656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
</a:t>
            </a:r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try-except used to manage invalid inputs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709160" y="5157216"/>
            <a:ext cx="3977640" cy="1170432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5248656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Formatting
</a:t>
            </a:r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 clean, formatted payslip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ln w="19050">
            <a:solidFill>
              <a:srgbClr val="6E8C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6355080"/>
            <a:ext cx="8869680" cy="365760"/>
          </a:xfrm>
          <a:prstGeom prst="rect">
            <a:avLst/>
          </a:prstGeom>
          <a:solidFill>
            <a:srgbClr val="8FADA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63550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B. Jain Institute of Technology Management and Research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Workflow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GitHub account and repository: Employee-Payroll-Management-System</a:t>
            </a:r>
            <a:endParaRPr lang="en-US" sz="1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README.md explaining the project overview and usage</a:t>
            </a:r>
            <a:endParaRPr lang="en-US" sz="1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source code (payroll.py) and sample data files</a:t>
            </a:r>
            <a:endParaRPr lang="en-US" sz="1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commit history to reflect individual contribution</a:t>
            </a:r>
            <a:endParaRPr lang="en-US" sz="1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.gitignore to exclude unnecessary files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Commit Messages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4069080"/>
            <a:ext cx="8229600" cy="1874520"/>
          </a:xfrm>
          <a:prstGeom prst="roundRect">
            <a:avLst>
              <a:gd name="adj" fmla="val 2927"/>
            </a:avLst>
          </a:prstGeom>
          <a:solidFill>
            <a:srgbClr val="F2F4F4"/>
          </a:solidFill>
          <a:ln w="9525">
            <a:solidFill>
              <a:srgbClr val="6E8C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25196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“Added salary calculation function”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“Implemented file handling for employee records”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“Fixed deduction calculation logic”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“Added README with project overview”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ln w="19050">
            <a:solidFill>
              <a:srgbClr val="6E8C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6355080"/>
            <a:ext cx="8869680" cy="365760"/>
          </a:xfrm>
          <a:prstGeom prst="rect">
            <a:avLst/>
          </a:prstGeom>
          <a:solidFill>
            <a:srgbClr val="8FADA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63550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B. Jain Institute of Technology Management and Research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2026-08-16T11:20:33Z</dcterms:created>
  <dcterms:modified xsi:type="dcterms:W3CDTF">2026-08-16T11:20:33Z</dcterms:modified>
</cp:coreProperties>
</file>